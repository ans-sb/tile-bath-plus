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Bold" charset="1" panose="020B0802030000000004"/>
      <p:regular r:id="rId16"/>
    </p:embeddedFont>
    <p:embeddedFont>
      <p:font typeface="Open Sans" charset="1" panose="00000000000000000000"/>
      <p:regular r:id="rId17"/>
    </p:embeddedFont>
    <p:embeddedFont>
      <p:font typeface="Open Sans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jpeg" Type="http://schemas.openxmlformats.org/officeDocument/2006/relationships/image"/><Relationship Id="rId5"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 Id="rId8" Target="../media/image15.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 Id="rId6" Target="../media/image18.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0"/>
            <a:ext cx="12975351" cy="10287000"/>
            <a:chOff x="0" y="0"/>
            <a:chExt cx="3417376" cy="2709333"/>
          </a:xfrm>
        </p:grpSpPr>
        <p:sp>
          <p:nvSpPr>
            <p:cNvPr name="Freeform 4" id="4"/>
            <p:cNvSpPr/>
            <p:nvPr/>
          </p:nvSpPr>
          <p:spPr>
            <a:xfrm flipH="false" flipV="false" rot="0">
              <a:off x="0" y="0"/>
              <a:ext cx="3417376" cy="2709333"/>
            </a:xfrm>
            <a:custGeom>
              <a:avLst/>
              <a:gdLst/>
              <a:ahLst/>
              <a:cxnLst/>
              <a:rect r="r" b="b" t="t" l="l"/>
              <a:pathLst>
                <a:path h="2709333" w="3417376">
                  <a:moveTo>
                    <a:pt x="0" y="0"/>
                  </a:moveTo>
                  <a:lnTo>
                    <a:pt x="3417376" y="0"/>
                  </a:lnTo>
                  <a:lnTo>
                    <a:pt x="3417376" y="2709333"/>
                  </a:lnTo>
                  <a:lnTo>
                    <a:pt x="0" y="2709333"/>
                  </a:lnTo>
                  <a:close/>
                </a:path>
              </a:pathLst>
            </a:custGeom>
            <a:gradFill rotWithShape="true">
              <a:gsLst>
                <a:gs pos="0">
                  <a:srgbClr val="9D8F78">
                    <a:alpha val="100000"/>
                  </a:srgbClr>
                </a:gs>
                <a:gs pos="100000">
                  <a:srgbClr val="B4A7A0">
                    <a:alpha val="0"/>
                  </a:srgbClr>
                </a:gs>
              </a:gsLst>
              <a:lin ang="0"/>
            </a:gradFill>
          </p:spPr>
        </p:sp>
        <p:sp>
          <p:nvSpPr>
            <p:cNvPr name="TextBox 5" id="5"/>
            <p:cNvSpPr txBox="true"/>
            <p:nvPr/>
          </p:nvSpPr>
          <p:spPr>
            <a:xfrm>
              <a:off x="0" y="-38100"/>
              <a:ext cx="3417376" cy="2747433"/>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923925" y="2742298"/>
            <a:ext cx="12051426" cy="4834514"/>
          </a:xfrm>
          <a:prstGeom prst="rect">
            <a:avLst/>
          </a:prstGeom>
        </p:spPr>
        <p:txBody>
          <a:bodyPr anchor="t" rtlCol="false" tIns="0" lIns="0" bIns="0" rIns="0">
            <a:spAutoFit/>
          </a:bodyPr>
          <a:lstStyle/>
          <a:p>
            <a:pPr algn="l">
              <a:lnSpc>
                <a:spcPts val="18239"/>
              </a:lnSpc>
            </a:pPr>
            <a:r>
              <a:rPr lang="en-US" sz="20042" b="true">
                <a:solidFill>
                  <a:srgbClr val="FFFFFF"/>
                </a:solidFill>
                <a:latin typeface="Inter Bold"/>
                <a:ea typeface="Inter Bold"/>
                <a:cs typeface="Inter Bold"/>
                <a:sym typeface="Inter Bold"/>
              </a:rPr>
              <a:t>Interior</a:t>
            </a:r>
          </a:p>
          <a:p>
            <a:pPr algn="l">
              <a:lnSpc>
                <a:spcPts val="18239"/>
              </a:lnSpc>
            </a:pPr>
            <a:r>
              <a:rPr lang="en-US" sz="20042" b="true">
                <a:solidFill>
                  <a:srgbClr val="FFFFFF"/>
                </a:solidFill>
                <a:latin typeface="Inter Bold"/>
                <a:ea typeface="Inter Bold"/>
                <a:cs typeface="Inter Bold"/>
                <a:sym typeface="Inter Bold"/>
              </a:rPr>
              <a:t>Design</a:t>
            </a:r>
          </a:p>
        </p:txBody>
      </p:sp>
      <p:grpSp>
        <p:nvGrpSpPr>
          <p:cNvPr name="Group 7" id="7"/>
          <p:cNvGrpSpPr/>
          <p:nvPr/>
        </p:nvGrpSpPr>
        <p:grpSpPr>
          <a:xfrm rot="0">
            <a:off x="0" y="8060332"/>
            <a:ext cx="18288000" cy="2226668"/>
            <a:chOff x="0" y="0"/>
            <a:chExt cx="4816593" cy="586447"/>
          </a:xfrm>
        </p:grpSpPr>
        <p:sp>
          <p:nvSpPr>
            <p:cNvPr name="Freeform 8" id="8"/>
            <p:cNvSpPr/>
            <p:nvPr/>
          </p:nvSpPr>
          <p:spPr>
            <a:xfrm flipH="false" flipV="false" rot="0">
              <a:off x="0" y="0"/>
              <a:ext cx="4816592" cy="586447"/>
            </a:xfrm>
            <a:custGeom>
              <a:avLst/>
              <a:gdLst/>
              <a:ahLst/>
              <a:cxnLst/>
              <a:rect r="r" b="b" t="t" l="l"/>
              <a:pathLst>
                <a:path h="586447" w="4816592">
                  <a:moveTo>
                    <a:pt x="0" y="0"/>
                  </a:moveTo>
                  <a:lnTo>
                    <a:pt x="4816592" y="0"/>
                  </a:lnTo>
                  <a:lnTo>
                    <a:pt x="4816592" y="586447"/>
                  </a:lnTo>
                  <a:lnTo>
                    <a:pt x="0" y="586447"/>
                  </a:lnTo>
                  <a:close/>
                </a:path>
              </a:pathLst>
            </a:custGeom>
            <a:gradFill rotWithShape="true">
              <a:gsLst>
                <a:gs pos="0">
                  <a:srgbClr val="9D8F78">
                    <a:alpha val="100000"/>
                  </a:srgbClr>
                </a:gs>
                <a:gs pos="100000">
                  <a:srgbClr val="B4A7A0">
                    <a:alpha val="37000"/>
                  </a:srgbClr>
                </a:gs>
              </a:gsLst>
              <a:lin ang="0"/>
            </a:gradFill>
          </p:spPr>
        </p:sp>
        <p:sp>
          <p:nvSpPr>
            <p:cNvPr name="TextBox 9" id="9"/>
            <p:cNvSpPr txBox="true"/>
            <p:nvPr/>
          </p:nvSpPr>
          <p:spPr>
            <a:xfrm>
              <a:off x="0" y="-38100"/>
              <a:ext cx="4816593" cy="624547"/>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1082373" y="8855754"/>
            <a:ext cx="6920159" cy="616773"/>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11" id="11"/>
          <p:cNvGrpSpPr/>
          <p:nvPr/>
        </p:nvGrpSpPr>
        <p:grpSpPr>
          <a:xfrm rot="0">
            <a:off x="15175351" y="8770177"/>
            <a:ext cx="2083949" cy="806978"/>
            <a:chOff x="0" y="0"/>
            <a:chExt cx="2098984" cy="812800"/>
          </a:xfrm>
        </p:grpSpPr>
        <p:sp>
          <p:nvSpPr>
            <p:cNvPr name="Freeform 12" id="12"/>
            <p:cNvSpPr/>
            <p:nvPr/>
          </p:nvSpPr>
          <p:spPr>
            <a:xfrm flipH="false" flipV="false" rot="0">
              <a:off x="0" y="0"/>
              <a:ext cx="2098984" cy="812800"/>
            </a:xfrm>
            <a:custGeom>
              <a:avLst/>
              <a:gdLst/>
              <a:ahLst/>
              <a:cxnLst/>
              <a:rect r="r" b="b" t="t" l="l"/>
              <a:pathLst>
                <a:path h="812800" w="2098984">
                  <a:moveTo>
                    <a:pt x="0" y="0"/>
                  </a:moveTo>
                  <a:lnTo>
                    <a:pt x="2098984" y="0"/>
                  </a:lnTo>
                  <a:lnTo>
                    <a:pt x="2098984" y="812800"/>
                  </a:lnTo>
                  <a:lnTo>
                    <a:pt x="0" y="812800"/>
                  </a:lnTo>
                  <a:close/>
                </a:path>
              </a:pathLst>
            </a:custGeom>
            <a:solidFill>
              <a:srgbClr val="E9E4DB"/>
            </a:solidFill>
          </p:spPr>
        </p:sp>
        <p:sp>
          <p:nvSpPr>
            <p:cNvPr name="TextBox 13" id="13"/>
            <p:cNvSpPr txBox="true"/>
            <p:nvPr/>
          </p:nvSpPr>
          <p:spPr>
            <a:xfrm>
              <a:off x="0" y="-38100"/>
              <a:ext cx="2098984" cy="8509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5175351" y="9031126"/>
            <a:ext cx="2083949" cy="256520"/>
          </a:xfrm>
          <a:prstGeom prst="rect">
            <a:avLst/>
          </a:prstGeom>
        </p:spPr>
        <p:txBody>
          <a:bodyPr anchor="t" rtlCol="false" tIns="0" lIns="0" bIns="0" rIns="0">
            <a:spAutoFit/>
          </a:bodyPr>
          <a:lstStyle/>
          <a:p>
            <a:pPr algn="ctr">
              <a:lnSpc>
                <a:spcPts val="2140"/>
              </a:lnSpc>
              <a:spcBef>
                <a:spcPct val="0"/>
              </a:spcBef>
            </a:pPr>
            <a:r>
              <a:rPr lang="en-US" b="true" sz="1528">
                <a:solidFill>
                  <a:srgbClr val="756453"/>
                </a:solidFill>
                <a:latin typeface="Open Sans Bold"/>
                <a:ea typeface="Open Sans Bold"/>
                <a:cs typeface="Open Sans Bold"/>
                <a:sym typeface="Open Sans Bold"/>
              </a:rPr>
              <a:t>Explore Now</a:t>
            </a:r>
          </a:p>
        </p:txBody>
      </p:sp>
      <p:grpSp>
        <p:nvGrpSpPr>
          <p:cNvPr name="Group 15" id="15"/>
          <p:cNvGrpSpPr/>
          <p:nvPr/>
        </p:nvGrpSpPr>
        <p:grpSpPr>
          <a:xfrm rot="0">
            <a:off x="0" y="0"/>
            <a:ext cx="1028700" cy="10287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E9E4DB"/>
            </a:solidFill>
          </p:spPr>
        </p:sp>
        <p:sp>
          <p:nvSpPr>
            <p:cNvPr name="TextBox 17" id="1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FFFFFF"/>
                </a:solidFill>
                <a:latin typeface="Open Sans Bold"/>
                <a:ea typeface="Open Sans Bold"/>
                <a:cs typeface="Open Sans Bold"/>
                <a:sym typeface="Open Sans Bold"/>
              </a:rPr>
              <a:t>Paucek and Lage</a:t>
            </a:r>
          </a:p>
        </p:txBody>
      </p:sp>
      <p:sp>
        <p:nvSpPr>
          <p:cNvPr name="TextBox 19" id="19"/>
          <p:cNvSpPr txBox="true"/>
          <p:nvPr/>
        </p:nvSpPr>
        <p:spPr>
          <a:xfrm rot="0">
            <a:off x="15006091" y="1045994"/>
            <a:ext cx="2253209" cy="2239714"/>
          </a:xfrm>
          <a:prstGeom prst="rect">
            <a:avLst/>
          </a:prstGeom>
        </p:spPr>
        <p:txBody>
          <a:bodyPr anchor="t" rtlCol="false" tIns="0" lIns="0" bIns="0" rIns="0">
            <a:spAutoFit/>
          </a:bodyPr>
          <a:lstStyle/>
          <a:p>
            <a:pPr algn="r">
              <a:lnSpc>
                <a:spcPts val="8420"/>
              </a:lnSpc>
            </a:pPr>
            <a:r>
              <a:rPr lang="en-US" sz="9252" b="true">
                <a:solidFill>
                  <a:srgbClr val="FFFFFF">
                    <a:alpha val="19608"/>
                  </a:srgbClr>
                </a:solidFill>
                <a:latin typeface="Inter Bold"/>
                <a:ea typeface="Inter Bold"/>
                <a:cs typeface="Inter Bold"/>
                <a:sym typeface="Inter Bold"/>
              </a:rPr>
              <a:t>20</a:t>
            </a:r>
          </a:p>
          <a:p>
            <a:pPr algn="r">
              <a:lnSpc>
                <a:spcPts val="8420"/>
              </a:lnSpc>
            </a:pPr>
            <a:r>
              <a:rPr lang="en-US" b="true" sz="9252">
                <a:solidFill>
                  <a:srgbClr val="FFFFFF">
                    <a:alpha val="19608"/>
                  </a:srgbClr>
                </a:solidFill>
                <a:latin typeface="Inter Bold"/>
                <a:ea typeface="Inter Bold"/>
                <a:cs typeface="Inter Bold"/>
                <a:sym typeface="Inter Bold"/>
              </a:rPr>
              <a:t>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1028700" y="1028700"/>
            <a:ext cx="5128805" cy="9258300"/>
            <a:chOff x="0" y="0"/>
            <a:chExt cx="6838407" cy="12344400"/>
          </a:xfrm>
        </p:grpSpPr>
        <p:pic>
          <p:nvPicPr>
            <p:cNvPr name="Picture 11" id="11"/>
            <p:cNvPicPr>
              <a:picLocks noChangeAspect="true"/>
            </p:cNvPicPr>
            <p:nvPr/>
          </p:nvPicPr>
          <p:blipFill>
            <a:blip r:embed="rId4"/>
            <a:srcRect l="3875" t="0" r="13028" b="0"/>
            <a:stretch>
              <a:fillRect/>
            </a:stretch>
          </p:blipFill>
          <p:spPr>
            <a:xfrm flipH="false" flipV="false">
              <a:off x="0" y="0"/>
              <a:ext cx="6838407" cy="12344400"/>
            </a:xfrm>
            <a:prstGeom prst="rect">
              <a:avLst/>
            </a:prstGeom>
          </p:spPr>
        </p:pic>
      </p:grpSp>
      <p:sp>
        <p:nvSpPr>
          <p:cNvPr name="TextBox 12" id="12"/>
          <p:cNvSpPr txBox="true"/>
          <p:nvPr/>
        </p:nvSpPr>
        <p:spPr>
          <a:xfrm rot="0">
            <a:off x="8231642" y="2504655"/>
            <a:ext cx="5328400" cy="810896"/>
          </a:xfrm>
          <a:prstGeom prst="rect">
            <a:avLst/>
          </a:prstGeom>
        </p:spPr>
        <p:txBody>
          <a:bodyPr anchor="t" rtlCol="false" tIns="0" lIns="0" bIns="0" rIns="0">
            <a:spAutoFit/>
          </a:bodyPr>
          <a:lstStyle/>
          <a:p>
            <a:pPr algn="l">
              <a:lnSpc>
                <a:spcPts val="5915"/>
              </a:lnSpc>
            </a:pPr>
            <a:r>
              <a:rPr lang="en-US" sz="6500" b="true">
                <a:solidFill>
                  <a:srgbClr val="756453"/>
                </a:solidFill>
                <a:latin typeface="Inter Bold"/>
                <a:ea typeface="Inter Bold"/>
                <a:cs typeface="Inter Bold"/>
                <a:sym typeface="Inter Bold"/>
              </a:rPr>
              <a:t>About Us</a:t>
            </a:r>
          </a:p>
        </p:txBody>
      </p:sp>
      <p:sp>
        <p:nvSpPr>
          <p:cNvPr name="TextBox 13" id="13"/>
          <p:cNvSpPr txBox="true"/>
          <p:nvPr/>
        </p:nvSpPr>
        <p:spPr>
          <a:xfrm rot="0">
            <a:off x="8231642" y="4315216"/>
            <a:ext cx="7524535"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a:t>
            </a:r>
          </a:p>
        </p:txBody>
      </p:sp>
      <p:sp>
        <p:nvSpPr>
          <p:cNvPr name="TextBox 14" id="14"/>
          <p:cNvSpPr txBox="true"/>
          <p:nvPr/>
        </p:nvSpPr>
        <p:spPr>
          <a:xfrm rot="0">
            <a:off x="8231642" y="6259655"/>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
        <p:nvSpPr>
          <p:cNvPr name="TextBox 15" id="15"/>
          <p:cNvSpPr txBox="true"/>
          <p:nvPr/>
        </p:nvSpPr>
        <p:spPr>
          <a:xfrm rot="0">
            <a:off x="12464236" y="6259655"/>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8163217" y="1028700"/>
            <a:ext cx="9096083" cy="4114800"/>
            <a:chOff x="0" y="0"/>
            <a:chExt cx="12128111" cy="5486400"/>
          </a:xfrm>
        </p:grpSpPr>
        <p:pic>
          <p:nvPicPr>
            <p:cNvPr name="Picture 11" id="11"/>
            <p:cNvPicPr>
              <a:picLocks noChangeAspect="true"/>
            </p:cNvPicPr>
            <p:nvPr/>
          </p:nvPicPr>
          <p:blipFill>
            <a:blip r:embed="rId4"/>
            <a:srcRect l="0" t="28888" r="0" b="3256"/>
            <a:stretch>
              <a:fillRect/>
            </a:stretch>
          </p:blipFill>
          <p:spPr>
            <a:xfrm flipH="false" flipV="false">
              <a:off x="0" y="0"/>
              <a:ext cx="12128111" cy="5486400"/>
            </a:xfrm>
            <a:prstGeom prst="rect">
              <a:avLst/>
            </a:prstGeom>
          </p:spPr>
        </p:pic>
      </p:grpSp>
      <p:sp>
        <p:nvSpPr>
          <p:cNvPr name="TextBox 12" id="12"/>
          <p:cNvSpPr txBox="true"/>
          <p:nvPr/>
        </p:nvSpPr>
        <p:spPr>
          <a:xfrm rot="0">
            <a:off x="2029971" y="3371701"/>
            <a:ext cx="5328400" cy="1771799"/>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About Our Service</a:t>
            </a:r>
          </a:p>
        </p:txBody>
      </p:sp>
      <p:sp>
        <p:nvSpPr>
          <p:cNvPr name="TextBox 13" id="13"/>
          <p:cNvSpPr txBox="true"/>
          <p:nvPr/>
        </p:nvSpPr>
        <p:spPr>
          <a:xfrm rot="0">
            <a:off x="2029971" y="6670747"/>
            <a:ext cx="3788811" cy="1665565"/>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a:t>
            </a:r>
          </a:p>
        </p:txBody>
      </p:sp>
      <p:sp>
        <p:nvSpPr>
          <p:cNvPr name="TextBox 14" id="14"/>
          <p:cNvSpPr txBox="true"/>
          <p:nvPr/>
        </p:nvSpPr>
        <p:spPr>
          <a:xfrm rot="0">
            <a:off x="7249595" y="6670747"/>
            <a:ext cx="3788811" cy="1665565"/>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a:t>
            </a:r>
          </a:p>
        </p:txBody>
      </p:sp>
      <p:sp>
        <p:nvSpPr>
          <p:cNvPr name="TextBox 15" id="15"/>
          <p:cNvSpPr txBox="true"/>
          <p:nvPr/>
        </p:nvSpPr>
        <p:spPr>
          <a:xfrm rot="0">
            <a:off x="12469219" y="6670747"/>
            <a:ext cx="3788811" cy="1665565"/>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1028700" y="6998453"/>
            <a:ext cx="10710191" cy="3288547"/>
            <a:chOff x="0" y="0"/>
            <a:chExt cx="14280255" cy="4384729"/>
          </a:xfrm>
        </p:grpSpPr>
        <p:pic>
          <p:nvPicPr>
            <p:cNvPr name="Picture 11" id="11"/>
            <p:cNvPicPr>
              <a:picLocks noChangeAspect="true"/>
            </p:cNvPicPr>
            <p:nvPr/>
          </p:nvPicPr>
          <p:blipFill>
            <a:blip r:embed="rId4"/>
            <a:srcRect l="0" t="31095" r="0" b="22847"/>
            <a:stretch>
              <a:fillRect/>
            </a:stretch>
          </p:blipFill>
          <p:spPr>
            <a:xfrm flipH="false" flipV="false">
              <a:off x="0" y="0"/>
              <a:ext cx="14280255" cy="4384729"/>
            </a:xfrm>
            <a:prstGeom prst="rect">
              <a:avLst/>
            </a:prstGeom>
          </p:spPr>
        </p:pic>
      </p:grpSp>
      <p:grpSp>
        <p:nvGrpSpPr>
          <p:cNvPr name="Group 12" id="12"/>
          <p:cNvGrpSpPr/>
          <p:nvPr/>
        </p:nvGrpSpPr>
        <p:grpSpPr>
          <a:xfrm rot="0">
            <a:off x="12043691" y="1028700"/>
            <a:ext cx="5215609" cy="8229600"/>
            <a:chOff x="0" y="0"/>
            <a:chExt cx="6954145" cy="10972800"/>
          </a:xfrm>
        </p:grpSpPr>
        <p:pic>
          <p:nvPicPr>
            <p:cNvPr name="Picture 13" id="13"/>
            <p:cNvPicPr>
              <a:picLocks noChangeAspect="true"/>
            </p:cNvPicPr>
            <p:nvPr/>
          </p:nvPicPr>
          <p:blipFill>
            <a:blip r:embed="rId5"/>
            <a:srcRect l="2467" t="0" r="2467" b="0"/>
            <a:stretch>
              <a:fillRect/>
            </a:stretch>
          </p:blipFill>
          <p:spPr>
            <a:xfrm flipH="false" flipV="false">
              <a:off x="0" y="0"/>
              <a:ext cx="6954145" cy="10972800"/>
            </a:xfrm>
            <a:prstGeom prst="rect">
              <a:avLst/>
            </a:prstGeom>
          </p:spPr>
        </p:pic>
      </p:grpSp>
      <p:sp>
        <p:nvSpPr>
          <p:cNvPr name="TextBox 14" id="14"/>
          <p:cNvSpPr txBox="true"/>
          <p:nvPr/>
        </p:nvSpPr>
        <p:spPr>
          <a:xfrm rot="0">
            <a:off x="1927502" y="2361231"/>
            <a:ext cx="5843672" cy="904950"/>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Our Project</a:t>
            </a:r>
          </a:p>
        </p:txBody>
      </p:sp>
      <p:sp>
        <p:nvSpPr>
          <p:cNvPr name="TextBox 15" id="15"/>
          <p:cNvSpPr txBox="true"/>
          <p:nvPr/>
        </p:nvSpPr>
        <p:spPr>
          <a:xfrm rot="0">
            <a:off x="1927502" y="4237043"/>
            <a:ext cx="3696798" cy="1455941"/>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
        <p:nvSpPr>
          <p:cNvPr name="TextBox 16" id="16"/>
          <p:cNvSpPr txBox="true"/>
          <p:nvPr/>
        </p:nvSpPr>
        <p:spPr>
          <a:xfrm rot="0">
            <a:off x="6915960" y="4237043"/>
            <a:ext cx="3696798" cy="1455941"/>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0" y="1028700"/>
            <a:ext cx="7141082" cy="8229600"/>
            <a:chOff x="0" y="0"/>
            <a:chExt cx="9521443" cy="10972800"/>
          </a:xfrm>
        </p:grpSpPr>
        <p:pic>
          <p:nvPicPr>
            <p:cNvPr name="Picture 11" id="11"/>
            <p:cNvPicPr>
              <a:picLocks noChangeAspect="true"/>
            </p:cNvPicPr>
            <p:nvPr/>
          </p:nvPicPr>
          <p:blipFill>
            <a:blip r:embed="rId4"/>
            <a:srcRect l="37742" t="0" r="4408" b="0"/>
            <a:stretch>
              <a:fillRect/>
            </a:stretch>
          </p:blipFill>
          <p:spPr>
            <a:xfrm flipH="false" flipV="false">
              <a:off x="0" y="0"/>
              <a:ext cx="9521443" cy="10972800"/>
            </a:xfrm>
            <a:prstGeom prst="rect">
              <a:avLst/>
            </a:prstGeom>
          </p:spPr>
        </p:pic>
      </p:grpSp>
      <p:sp>
        <p:nvSpPr>
          <p:cNvPr name="TextBox 12" id="12"/>
          <p:cNvSpPr txBox="true"/>
          <p:nvPr/>
        </p:nvSpPr>
        <p:spPr>
          <a:xfrm rot="0">
            <a:off x="8799790" y="1965540"/>
            <a:ext cx="5187140" cy="904950"/>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Our Vision</a:t>
            </a:r>
          </a:p>
        </p:txBody>
      </p:sp>
      <p:sp>
        <p:nvSpPr>
          <p:cNvPr name="TextBox 13" id="13"/>
          <p:cNvSpPr txBox="true"/>
          <p:nvPr/>
        </p:nvSpPr>
        <p:spPr>
          <a:xfrm rot="0">
            <a:off x="8799790" y="3971155"/>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
        <p:nvSpPr>
          <p:cNvPr name="TextBox 14" id="14"/>
          <p:cNvSpPr txBox="true"/>
          <p:nvPr/>
        </p:nvSpPr>
        <p:spPr>
          <a:xfrm rot="0">
            <a:off x="13032384" y="3971155"/>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
        <p:nvSpPr>
          <p:cNvPr name="TextBox 15" id="15"/>
          <p:cNvSpPr txBox="true"/>
          <p:nvPr/>
        </p:nvSpPr>
        <p:spPr>
          <a:xfrm rot="0">
            <a:off x="8799790" y="6741620"/>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
        <p:nvSpPr>
          <p:cNvPr name="TextBox 16" id="16"/>
          <p:cNvSpPr txBox="true"/>
          <p:nvPr/>
        </p:nvSpPr>
        <p:spPr>
          <a:xfrm rot="0">
            <a:off x="13032384" y="6741620"/>
            <a:ext cx="3291941" cy="1665565"/>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9662797" y="5294300"/>
            <a:ext cx="7596503" cy="3964000"/>
            <a:chOff x="0" y="0"/>
            <a:chExt cx="10128671" cy="5285333"/>
          </a:xfrm>
        </p:grpSpPr>
        <p:pic>
          <p:nvPicPr>
            <p:cNvPr name="Picture 11" id="11"/>
            <p:cNvPicPr>
              <a:picLocks noChangeAspect="true"/>
            </p:cNvPicPr>
            <p:nvPr/>
          </p:nvPicPr>
          <p:blipFill>
            <a:blip r:embed="rId4"/>
            <a:srcRect l="0" t="538" r="0" b="538"/>
            <a:stretch>
              <a:fillRect/>
            </a:stretch>
          </p:blipFill>
          <p:spPr>
            <a:xfrm flipH="false" flipV="false">
              <a:off x="0" y="0"/>
              <a:ext cx="10128671" cy="5285333"/>
            </a:xfrm>
            <a:prstGeom prst="rect">
              <a:avLst/>
            </a:prstGeom>
          </p:spPr>
        </p:pic>
      </p:grpSp>
      <p:grpSp>
        <p:nvGrpSpPr>
          <p:cNvPr name="Group 12" id="12"/>
          <p:cNvGrpSpPr/>
          <p:nvPr/>
        </p:nvGrpSpPr>
        <p:grpSpPr>
          <a:xfrm rot="0">
            <a:off x="9662797" y="1028700"/>
            <a:ext cx="7596503" cy="3964000"/>
            <a:chOff x="0" y="0"/>
            <a:chExt cx="10128671" cy="5285333"/>
          </a:xfrm>
        </p:grpSpPr>
        <p:pic>
          <p:nvPicPr>
            <p:cNvPr name="Picture 13" id="13"/>
            <p:cNvPicPr>
              <a:picLocks noChangeAspect="true"/>
            </p:cNvPicPr>
            <p:nvPr/>
          </p:nvPicPr>
          <p:blipFill>
            <a:blip r:embed="rId5"/>
            <a:srcRect l="0" t="538" r="0" b="538"/>
            <a:stretch>
              <a:fillRect/>
            </a:stretch>
          </p:blipFill>
          <p:spPr>
            <a:xfrm flipH="false" flipV="false">
              <a:off x="0" y="0"/>
              <a:ext cx="10128671" cy="5285333"/>
            </a:xfrm>
            <a:prstGeom prst="rect">
              <a:avLst/>
            </a:prstGeom>
          </p:spPr>
        </p:pic>
      </p:grpSp>
      <p:sp>
        <p:nvSpPr>
          <p:cNvPr name="TextBox 14" id="14"/>
          <p:cNvSpPr txBox="true"/>
          <p:nvPr/>
        </p:nvSpPr>
        <p:spPr>
          <a:xfrm rot="0">
            <a:off x="2156456" y="2175164"/>
            <a:ext cx="5886439" cy="904950"/>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Our Mission</a:t>
            </a:r>
          </a:p>
        </p:txBody>
      </p:sp>
      <p:sp>
        <p:nvSpPr>
          <p:cNvPr name="TextBox 15" id="15"/>
          <p:cNvSpPr txBox="true"/>
          <p:nvPr/>
        </p:nvSpPr>
        <p:spPr>
          <a:xfrm rot="0">
            <a:off x="2156456" y="4180779"/>
            <a:ext cx="5334628" cy="1455941"/>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16" id="16"/>
          <p:cNvSpPr txBox="true"/>
          <p:nvPr/>
        </p:nvSpPr>
        <p:spPr>
          <a:xfrm rot="0">
            <a:off x="2156456" y="6741620"/>
            <a:ext cx="5334628" cy="1455941"/>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9289784" y="1028700"/>
            <a:ext cx="7969516" cy="4114800"/>
            <a:chOff x="0" y="0"/>
            <a:chExt cx="10626022" cy="5486400"/>
          </a:xfrm>
        </p:grpSpPr>
        <p:pic>
          <p:nvPicPr>
            <p:cNvPr name="Picture 11" id="11"/>
            <p:cNvPicPr>
              <a:picLocks noChangeAspect="true"/>
            </p:cNvPicPr>
            <p:nvPr/>
          </p:nvPicPr>
          <p:blipFill>
            <a:blip r:embed="rId4"/>
            <a:srcRect l="0" t="20628" r="0" b="1924"/>
            <a:stretch>
              <a:fillRect/>
            </a:stretch>
          </p:blipFill>
          <p:spPr>
            <a:xfrm flipH="false" flipV="false">
              <a:off x="0" y="0"/>
              <a:ext cx="10626022" cy="5486400"/>
            </a:xfrm>
            <a:prstGeom prst="rect">
              <a:avLst/>
            </a:prstGeom>
          </p:spPr>
        </p:pic>
      </p:grpSp>
      <p:grpSp>
        <p:nvGrpSpPr>
          <p:cNvPr name="Group 12" id="12"/>
          <p:cNvGrpSpPr/>
          <p:nvPr/>
        </p:nvGrpSpPr>
        <p:grpSpPr>
          <a:xfrm rot="0">
            <a:off x="13420325" y="5409800"/>
            <a:ext cx="3848500" cy="3848500"/>
            <a:chOff x="0" y="0"/>
            <a:chExt cx="5131333" cy="5131333"/>
          </a:xfrm>
        </p:grpSpPr>
        <p:pic>
          <p:nvPicPr>
            <p:cNvPr name="Picture 13" id="13"/>
            <p:cNvPicPr>
              <a:picLocks noChangeAspect="true"/>
            </p:cNvPicPr>
            <p:nvPr/>
          </p:nvPicPr>
          <p:blipFill>
            <a:blip r:embed="rId5"/>
            <a:srcRect l="0" t="21129" r="0" b="12203"/>
            <a:stretch>
              <a:fillRect/>
            </a:stretch>
          </p:blipFill>
          <p:spPr>
            <a:xfrm flipH="false" flipV="false">
              <a:off x="0" y="0"/>
              <a:ext cx="5131333" cy="5131333"/>
            </a:xfrm>
            <a:prstGeom prst="rect">
              <a:avLst/>
            </a:prstGeom>
          </p:spPr>
        </p:pic>
      </p:grpSp>
      <p:grpSp>
        <p:nvGrpSpPr>
          <p:cNvPr name="Group 14" id="14"/>
          <p:cNvGrpSpPr/>
          <p:nvPr/>
        </p:nvGrpSpPr>
        <p:grpSpPr>
          <a:xfrm rot="0">
            <a:off x="9289784" y="5409800"/>
            <a:ext cx="3848500" cy="3848500"/>
            <a:chOff x="0" y="0"/>
            <a:chExt cx="5131333" cy="5131333"/>
          </a:xfrm>
        </p:grpSpPr>
        <p:pic>
          <p:nvPicPr>
            <p:cNvPr name="Picture 15" id="15"/>
            <p:cNvPicPr>
              <a:picLocks noChangeAspect="true"/>
            </p:cNvPicPr>
            <p:nvPr/>
          </p:nvPicPr>
          <p:blipFill>
            <a:blip r:embed="rId6"/>
            <a:srcRect l="0" t="22183" r="0" b="2816"/>
            <a:stretch>
              <a:fillRect/>
            </a:stretch>
          </p:blipFill>
          <p:spPr>
            <a:xfrm flipH="false" flipV="false">
              <a:off x="0" y="0"/>
              <a:ext cx="5131333" cy="5131333"/>
            </a:xfrm>
            <a:prstGeom prst="rect">
              <a:avLst/>
            </a:prstGeom>
          </p:spPr>
        </p:pic>
      </p:grpSp>
      <p:grpSp>
        <p:nvGrpSpPr>
          <p:cNvPr name="Group 16" id="16"/>
          <p:cNvGrpSpPr/>
          <p:nvPr/>
        </p:nvGrpSpPr>
        <p:grpSpPr>
          <a:xfrm rot="0">
            <a:off x="5159242" y="5409800"/>
            <a:ext cx="3848500" cy="3848500"/>
            <a:chOff x="0" y="0"/>
            <a:chExt cx="5131333" cy="5131333"/>
          </a:xfrm>
        </p:grpSpPr>
        <p:pic>
          <p:nvPicPr>
            <p:cNvPr name="Picture 17" id="17"/>
            <p:cNvPicPr>
              <a:picLocks noChangeAspect="true"/>
            </p:cNvPicPr>
            <p:nvPr/>
          </p:nvPicPr>
          <p:blipFill>
            <a:blip r:embed="rId7"/>
            <a:srcRect l="0" t="21767" r="0" b="11566"/>
            <a:stretch>
              <a:fillRect/>
            </a:stretch>
          </p:blipFill>
          <p:spPr>
            <a:xfrm flipH="false" flipV="false">
              <a:off x="0" y="0"/>
              <a:ext cx="5131333" cy="5131333"/>
            </a:xfrm>
            <a:prstGeom prst="rect">
              <a:avLst/>
            </a:prstGeom>
          </p:spPr>
        </p:pic>
      </p:grpSp>
      <p:grpSp>
        <p:nvGrpSpPr>
          <p:cNvPr name="Group 18" id="18"/>
          <p:cNvGrpSpPr/>
          <p:nvPr/>
        </p:nvGrpSpPr>
        <p:grpSpPr>
          <a:xfrm rot="0">
            <a:off x="1028700" y="5409800"/>
            <a:ext cx="3848500" cy="3848500"/>
            <a:chOff x="0" y="0"/>
            <a:chExt cx="5131333" cy="5131333"/>
          </a:xfrm>
        </p:grpSpPr>
        <p:pic>
          <p:nvPicPr>
            <p:cNvPr name="Picture 19" id="19"/>
            <p:cNvPicPr>
              <a:picLocks noChangeAspect="true"/>
            </p:cNvPicPr>
            <p:nvPr/>
          </p:nvPicPr>
          <p:blipFill>
            <a:blip r:embed="rId8"/>
            <a:srcRect l="0" t="24847" r="3488" b="2768"/>
            <a:stretch>
              <a:fillRect/>
            </a:stretch>
          </p:blipFill>
          <p:spPr>
            <a:xfrm flipH="false" flipV="false">
              <a:off x="0" y="0"/>
              <a:ext cx="5131333" cy="5131333"/>
            </a:xfrm>
            <a:prstGeom prst="rect">
              <a:avLst/>
            </a:prstGeom>
          </p:spPr>
        </p:pic>
      </p:grpSp>
      <p:sp>
        <p:nvSpPr>
          <p:cNvPr name="TextBox 20" id="20"/>
          <p:cNvSpPr txBox="true"/>
          <p:nvPr/>
        </p:nvSpPr>
        <p:spPr>
          <a:xfrm rot="0">
            <a:off x="2082846" y="2175164"/>
            <a:ext cx="5886439" cy="904950"/>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Our Portfolio</a:t>
            </a:r>
          </a:p>
        </p:txBody>
      </p:sp>
      <p:sp>
        <p:nvSpPr>
          <p:cNvPr name="TextBox 21" id="21"/>
          <p:cNvSpPr txBox="true"/>
          <p:nvPr/>
        </p:nvSpPr>
        <p:spPr>
          <a:xfrm rot="0">
            <a:off x="2082846" y="3687559"/>
            <a:ext cx="5886439" cy="617443"/>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3145244" y="4726960"/>
            <a:ext cx="2735520" cy="2735520"/>
            <a:chOff x="0" y="0"/>
            <a:chExt cx="3647360" cy="3647360"/>
          </a:xfrm>
        </p:grpSpPr>
        <p:pic>
          <p:nvPicPr>
            <p:cNvPr name="Picture 11" id="11"/>
            <p:cNvPicPr>
              <a:picLocks noChangeAspect="true"/>
            </p:cNvPicPr>
            <p:nvPr/>
          </p:nvPicPr>
          <p:blipFill>
            <a:blip r:embed="rId4"/>
            <a:srcRect l="7315" t="15832" r="9038" b="28437"/>
            <a:stretch>
              <a:fillRect/>
            </a:stretch>
          </p:blipFill>
          <p:spPr>
            <a:xfrm flipH="false" flipV="false">
              <a:off x="0" y="0"/>
              <a:ext cx="3647360" cy="3647360"/>
            </a:xfrm>
            <a:prstGeom prst="rect">
              <a:avLst/>
            </a:prstGeom>
          </p:spPr>
        </p:pic>
      </p:grpSp>
      <p:grpSp>
        <p:nvGrpSpPr>
          <p:cNvPr name="Group 12" id="12"/>
          <p:cNvGrpSpPr/>
          <p:nvPr/>
        </p:nvGrpSpPr>
        <p:grpSpPr>
          <a:xfrm rot="0">
            <a:off x="3145473" y="7452955"/>
            <a:ext cx="2735291" cy="919278"/>
            <a:chOff x="0" y="0"/>
            <a:chExt cx="2161218" cy="726343"/>
          </a:xfrm>
        </p:grpSpPr>
        <p:sp>
          <p:nvSpPr>
            <p:cNvPr name="Freeform 13" id="13"/>
            <p:cNvSpPr/>
            <p:nvPr/>
          </p:nvSpPr>
          <p:spPr>
            <a:xfrm flipH="false" flipV="false" rot="0">
              <a:off x="0" y="0"/>
              <a:ext cx="2161218" cy="726343"/>
            </a:xfrm>
            <a:custGeom>
              <a:avLst/>
              <a:gdLst/>
              <a:ahLst/>
              <a:cxnLst/>
              <a:rect r="r" b="b" t="t" l="l"/>
              <a:pathLst>
                <a:path h="726343" w="2161218">
                  <a:moveTo>
                    <a:pt x="0" y="0"/>
                  </a:moveTo>
                  <a:lnTo>
                    <a:pt x="2161218" y="0"/>
                  </a:lnTo>
                  <a:lnTo>
                    <a:pt x="2161218" y="726343"/>
                  </a:lnTo>
                  <a:lnTo>
                    <a:pt x="0" y="726343"/>
                  </a:lnTo>
                  <a:close/>
                </a:path>
              </a:pathLst>
            </a:custGeom>
            <a:gradFill rotWithShape="true">
              <a:gsLst>
                <a:gs pos="0">
                  <a:srgbClr val="9D8F78">
                    <a:alpha val="100000"/>
                  </a:srgbClr>
                </a:gs>
                <a:gs pos="100000">
                  <a:srgbClr val="B4A7A0">
                    <a:alpha val="37000"/>
                  </a:srgbClr>
                </a:gs>
              </a:gsLst>
              <a:lin ang="0"/>
            </a:gradFill>
          </p:spPr>
        </p:sp>
        <p:sp>
          <p:nvSpPr>
            <p:cNvPr name="TextBox 14" id="14"/>
            <p:cNvSpPr txBox="true"/>
            <p:nvPr/>
          </p:nvSpPr>
          <p:spPr>
            <a:xfrm>
              <a:off x="0" y="-38100"/>
              <a:ext cx="2161218" cy="764443"/>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776469" y="7452955"/>
            <a:ext cx="2735291" cy="919278"/>
            <a:chOff x="0" y="0"/>
            <a:chExt cx="2161218" cy="726343"/>
          </a:xfrm>
        </p:grpSpPr>
        <p:sp>
          <p:nvSpPr>
            <p:cNvPr name="Freeform 16" id="16"/>
            <p:cNvSpPr/>
            <p:nvPr/>
          </p:nvSpPr>
          <p:spPr>
            <a:xfrm flipH="false" flipV="false" rot="0">
              <a:off x="0" y="0"/>
              <a:ext cx="2161218" cy="726343"/>
            </a:xfrm>
            <a:custGeom>
              <a:avLst/>
              <a:gdLst/>
              <a:ahLst/>
              <a:cxnLst/>
              <a:rect r="r" b="b" t="t" l="l"/>
              <a:pathLst>
                <a:path h="726343" w="2161218">
                  <a:moveTo>
                    <a:pt x="0" y="0"/>
                  </a:moveTo>
                  <a:lnTo>
                    <a:pt x="2161218" y="0"/>
                  </a:lnTo>
                  <a:lnTo>
                    <a:pt x="2161218" y="726343"/>
                  </a:lnTo>
                  <a:lnTo>
                    <a:pt x="0" y="726343"/>
                  </a:lnTo>
                  <a:close/>
                </a:path>
              </a:pathLst>
            </a:custGeom>
            <a:gradFill rotWithShape="true">
              <a:gsLst>
                <a:gs pos="0">
                  <a:srgbClr val="9D8F78">
                    <a:alpha val="100000"/>
                  </a:srgbClr>
                </a:gs>
                <a:gs pos="100000">
                  <a:srgbClr val="B4A7A0">
                    <a:alpha val="37000"/>
                  </a:srgbClr>
                </a:gs>
              </a:gsLst>
              <a:lin ang="0"/>
            </a:gradFill>
          </p:spPr>
        </p:sp>
        <p:sp>
          <p:nvSpPr>
            <p:cNvPr name="TextBox 17" id="17"/>
            <p:cNvSpPr txBox="true"/>
            <p:nvPr/>
          </p:nvSpPr>
          <p:spPr>
            <a:xfrm>
              <a:off x="0" y="-38100"/>
              <a:ext cx="2161218" cy="764443"/>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407464" y="7452955"/>
            <a:ext cx="2735291" cy="919278"/>
            <a:chOff x="0" y="0"/>
            <a:chExt cx="2161218" cy="726343"/>
          </a:xfrm>
        </p:grpSpPr>
        <p:sp>
          <p:nvSpPr>
            <p:cNvPr name="Freeform 19" id="19"/>
            <p:cNvSpPr/>
            <p:nvPr/>
          </p:nvSpPr>
          <p:spPr>
            <a:xfrm flipH="false" flipV="false" rot="0">
              <a:off x="0" y="0"/>
              <a:ext cx="2161218" cy="726343"/>
            </a:xfrm>
            <a:custGeom>
              <a:avLst/>
              <a:gdLst/>
              <a:ahLst/>
              <a:cxnLst/>
              <a:rect r="r" b="b" t="t" l="l"/>
              <a:pathLst>
                <a:path h="726343" w="2161218">
                  <a:moveTo>
                    <a:pt x="0" y="0"/>
                  </a:moveTo>
                  <a:lnTo>
                    <a:pt x="2161218" y="0"/>
                  </a:lnTo>
                  <a:lnTo>
                    <a:pt x="2161218" y="726343"/>
                  </a:lnTo>
                  <a:lnTo>
                    <a:pt x="0" y="726343"/>
                  </a:lnTo>
                  <a:close/>
                </a:path>
              </a:pathLst>
            </a:custGeom>
            <a:gradFill rotWithShape="true">
              <a:gsLst>
                <a:gs pos="0">
                  <a:srgbClr val="9D8F78">
                    <a:alpha val="100000"/>
                  </a:srgbClr>
                </a:gs>
                <a:gs pos="100000">
                  <a:srgbClr val="B4A7A0">
                    <a:alpha val="37000"/>
                  </a:srgbClr>
                </a:gs>
              </a:gsLst>
              <a:lin ang="0"/>
            </a:gradFill>
          </p:spPr>
        </p:sp>
        <p:sp>
          <p:nvSpPr>
            <p:cNvPr name="TextBox 20" id="20"/>
            <p:cNvSpPr txBox="true"/>
            <p:nvPr/>
          </p:nvSpPr>
          <p:spPr>
            <a:xfrm>
              <a:off x="0" y="-38100"/>
              <a:ext cx="2161218" cy="764443"/>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3145244" y="7778011"/>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Brigitte Schwartz</a:t>
            </a:r>
          </a:p>
        </p:txBody>
      </p:sp>
      <p:grpSp>
        <p:nvGrpSpPr>
          <p:cNvPr name="Group 22" id="22"/>
          <p:cNvGrpSpPr/>
          <p:nvPr/>
        </p:nvGrpSpPr>
        <p:grpSpPr>
          <a:xfrm rot="0">
            <a:off x="7776240" y="4726960"/>
            <a:ext cx="2735520" cy="2735520"/>
            <a:chOff x="0" y="0"/>
            <a:chExt cx="3647360" cy="3647360"/>
          </a:xfrm>
        </p:grpSpPr>
        <p:pic>
          <p:nvPicPr>
            <p:cNvPr name="Picture 23" id="23"/>
            <p:cNvPicPr>
              <a:picLocks noChangeAspect="true"/>
            </p:cNvPicPr>
            <p:nvPr/>
          </p:nvPicPr>
          <p:blipFill>
            <a:blip r:embed="rId5"/>
            <a:srcRect l="0" t="5482" r="0" b="27892"/>
            <a:stretch>
              <a:fillRect/>
            </a:stretch>
          </p:blipFill>
          <p:spPr>
            <a:xfrm flipH="false" flipV="false">
              <a:off x="0" y="0"/>
              <a:ext cx="3647360" cy="3647360"/>
            </a:xfrm>
            <a:prstGeom prst="rect">
              <a:avLst/>
            </a:prstGeom>
          </p:spPr>
        </p:pic>
      </p:grpSp>
      <p:sp>
        <p:nvSpPr>
          <p:cNvPr name="TextBox 24" id="24"/>
          <p:cNvSpPr txBox="true"/>
          <p:nvPr/>
        </p:nvSpPr>
        <p:spPr>
          <a:xfrm rot="0">
            <a:off x="7776240" y="7778011"/>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Francisco Andrade</a:t>
            </a:r>
          </a:p>
        </p:txBody>
      </p:sp>
      <p:grpSp>
        <p:nvGrpSpPr>
          <p:cNvPr name="Group 25" id="25"/>
          <p:cNvGrpSpPr/>
          <p:nvPr/>
        </p:nvGrpSpPr>
        <p:grpSpPr>
          <a:xfrm rot="0">
            <a:off x="12407235" y="4726960"/>
            <a:ext cx="2735520" cy="2735520"/>
            <a:chOff x="0" y="0"/>
            <a:chExt cx="3647360" cy="3647360"/>
          </a:xfrm>
        </p:grpSpPr>
        <p:pic>
          <p:nvPicPr>
            <p:cNvPr name="Picture 26" id="26"/>
            <p:cNvPicPr>
              <a:picLocks noChangeAspect="true"/>
            </p:cNvPicPr>
            <p:nvPr/>
          </p:nvPicPr>
          <p:blipFill>
            <a:blip r:embed="rId6"/>
            <a:srcRect l="0" t="16687" r="0" b="16687"/>
            <a:stretch>
              <a:fillRect/>
            </a:stretch>
          </p:blipFill>
          <p:spPr>
            <a:xfrm flipH="false" flipV="false">
              <a:off x="0" y="0"/>
              <a:ext cx="3647360" cy="3647360"/>
            </a:xfrm>
            <a:prstGeom prst="rect">
              <a:avLst/>
            </a:prstGeom>
          </p:spPr>
        </p:pic>
      </p:grpSp>
      <p:sp>
        <p:nvSpPr>
          <p:cNvPr name="TextBox 27" id="27"/>
          <p:cNvSpPr txBox="true"/>
          <p:nvPr/>
        </p:nvSpPr>
        <p:spPr>
          <a:xfrm rot="0">
            <a:off x="12407235" y="7778011"/>
            <a:ext cx="2735520" cy="240591"/>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Open Sans Bold"/>
                <a:ea typeface="Open Sans Bold"/>
                <a:cs typeface="Open Sans Bold"/>
                <a:sym typeface="Open Sans Bold"/>
              </a:rPr>
              <a:t>Adeline Palmerston</a:t>
            </a:r>
          </a:p>
        </p:txBody>
      </p:sp>
      <p:sp>
        <p:nvSpPr>
          <p:cNvPr name="TextBox 28" id="28"/>
          <p:cNvSpPr txBox="true"/>
          <p:nvPr/>
        </p:nvSpPr>
        <p:spPr>
          <a:xfrm rot="0">
            <a:off x="3620997" y="3358641"/>
            <a:ext cx="11046007" cy="407819"/>
          </a:xfrm>
          <a:prstGeom prst="rect">
            <a:avLst/>
          </a:prstGeom>
        </p:spPr>
        <p:txBody>
          <a:bodyPr anchor="t" rtlCol="false" tIns="0" lIns="0" bIns="0" rIns="0">
            <a:spAutoFit/>
          </a:bodyPr>
          <a:lstStyle/>
          <a:p>
            <a:pPr algn="ctr">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a:t>
            </a:r>
          </a:p>
        </p:txBody>
      </p:sp>
      <p:sp>
        <p:nvSpPr>
          <p:cNvPr name="TextBox 29" id="29"/>
          <p:cNvSpPr txBox="true"/>
          <p:nvPr/>
        </p:nvSpPr>
        <p:spPr>
          <a:xfrm rot="0">
            <a:off x="4929543" y="1848450"/>
            <a:ext cx="8428914" cy="904950"/>
          </a:xfrm>
          <a:prstGeom prst="rect">
            <a:avLst/>
          </a:prstGeom>
        </p:spPr>
        <p:txBody>
          <a:bodyPr anchor="t" rtlCol="false" tIns="0" lIns="0" bIns="0" rIns="0">
            <a:spAutoFit/>
          </a:bodyPr>
          <a:lstStyle/>
          <a:p>
            <a:pPr algn="ctr">
              <a:lnSpc>
                <a:spcPts val="6825"/>
              </a:lnSpc>
            </a:pPr>
            <a:r>
              <a:rPr lang="en-US" b="true" sz="6500">
                <a:solidFill>
                  <a:srgbClr val="756453"/>
                </a:solidFill>
                <a:latin typeface="Inter Bold"/>
                <a:ea typeface="Inter Bold"/>
                <a:cs typeface="Inter Bold"/>
                <a:sym typeface="Inter Bold"/>
              </a:rPr>
              <a:t>Meet Our Team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1028700" y="1028700"/>
            <a:ext cx="8115300" cy="2919546"/>
            <a:chOff x="0" y="0"/>
            <a:chExt cx="10820400" cy="3892728"/>
          </a:xfrm>
        </p:grpSpPr>
        <p:pic>
          <p:nvPicPr>
            <p:cNvPr name="Picture 11" id="11"/>
            <p:cNvPicPr>
              <a:picLocks noChangeAspect="true"/>
            </p:cNvPicPr>
            <p:nvPr/>
          </p:nvPicPr>
          <p:blipFill>
            <a:blip r:embed="rId4"/>
            <a:srcRect l="0" t="27440" r="0" b="18596"/>
            <a:stretch>
              <a:fillRect/>
            </a:stretch>
          </p:blipFill>
          <p:spPr>
            <a:xfrm flipH="false" flipV="false">
              <a:off x="0" y="0"/>
              <a:ext cx="10820400" cy="3892728"/>
            </a:xfrm>
            <a:prstGeom prst="rect">
              <a:avLst/>
            </a:prstGeom>
          </p:spPr>
        </p:pic>
      </p:grpSp>
      <p:grpSp>
        <p:nvGrpSpPr>
          <p:cNvPr name="Group 12" id="12"/>
          <p:cNvGrpSpPr/>
          <p:nvPr/>
        </p:nvGrpSpPr>
        <p:grpSpPr>
          <a:xfrm rot="0">
            <a:off x="1028700" y="4217526"/>
            <a:ext cx="8115300" cy="6069474"/>
            <a:chOff x="0" y="0"/>
            <a:chExt cx="10820400" cy="8092631"/>
          </a:xfrm>
        </p:grpSpPr>
        <p:pic>
          <p:nvPicPr>
            <p:cNvPr name="Picture 13" id="13"/>
            <p:cNvPicPr>
              <a:picLocks noChangeAspect="true"/>
            </p:cNvPicPr>
            <p:nvPr/>
          </p:nvPicPr>
          <p:blipFill>
            <a:blip r:embed="rId5"/>
            <a:srcRect l="6545" t="0" r="6545" b="0"/>
            <a:stretch>
              <a:fillRect/>
            </a:stretch>
          </p:blipFill>
          <p:spPr>
            <a:xfrm flipH="false" flipV="false">
              <a:off x="0" y="0"/>
              <a:ext cx="10820400" cy="8092631"/>
            </a:xfrm>
            <a:prstGeom prst="rect">
              <a:avLst/>
            </a:prstGeom>
          </p:spPr>
        </p:pic>
      </p:grpSp>
      <p:sp>
        <p:nvSpPr>
          <p:cNvPr name="TextBox 14" id="14"/>
          <p:cNvSpPr txBox="true"/>
          <p:nvPr/>
        </p:nvSpPr>
        <p:spPr>
          <a:xfrm rot="0">
            <a:off x="11210528" y="2073047"/>
            <a:ext cx="3935765" cy="1771799"/>
          </a:xfrm>
          <a:prstGeom prst="rect">
            <a:avLst/>
          </a:prstGeom>
        </p:spPr>
        <p:txBody>
          <a:bodyPr anchor="t" rtlCol="false" tIns="0" lIns="0" bIns="0" rIns="0">
            <a:spAutoFit/>
          </a:bodyPr>
          <a:lstStyle/>
          <a:p>
            <a:pPr algn="l">
              <a:lnSpc>
                <a:spcPts val="6825"/>
              </a:lnSpc>
            </a:pPr>
            <a:r>
              <a:rPr lang="en-US" sz="6500" b="true">
                <a:solidFill>
                  <a:srgbClr val="756453"/>
                </a:solidFill>
                <a:latin typeface="Inter Bold"/>
                <a:ea typeface="Inter Bold"/>
                <a:cs typeface="Inter Bold"/>
                <a:sym typeface="Inter Bold"/>
              </a:rPr>
              <a:t>Our Contact</a:t>
            </a:r>
          </a:p>
        </p:txBody>
      </p:sp>
      <p:sp>
        <p:nvSpPr>
          <p:cNvPr name="Freeform 15" id="15"/>
          <p:cNvSpPr/>
          <p:nvPr/>
        </p:nvSpPr>
        <p:spPr>
          <a:xfrm flipH="false" flipV="false" rot="0">
            <a:off x="11210528" y="4642002"/>
            <a:ext cx="226016" cy="226016"/>
          </a:xfrm>
          <a:custGeom>
            <a:avLst/>
            <a:gdLst/>
            <a:ahLst/>
            <a:cxnLst/>
            <a:rect r="r" b="b" t="t" l="l"/>
            <a:pathLst>
              <a:path h="226016" w="226016">
                <a:moveTo>
                  <a:pt x="0" y="0"/>
                </a:moveTo>
                <a:lnTo>
                  <a:pt x="226016" y="0"/>
                </a:lnTo>
                <a:lnTo>
                  <a:pt x="226016" y="226015"/>
                </a:lnTo>
                <a:lnTo>
                  <a:pt x="0" y="2260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1620398" y="4645526"/>
            <a:ext cx="2247514" cy="199917"/>
          </a:xfrm>
          <a:prstGeom prst="rect">
            <a:avLst/>
          </a:prstGeom>
        </p:spPr>
        <p:txBody>
          <a:bodyPr anchor="t" rtlCol="false" tIns="0" lIns="0" bIns="0" rIns="0">
            <a:spAutoFit/>
          </a:bodyPr>
          <a:lstStyle/>
          <a:p>
            <a:pPr algn="l">
              <a:lnSpc>
                <a:spcPts val="1679"/>
              </a:lnSpc>
              <a:spcBef>
                <a:spcPct val="0"/>
              </a:spcBef>
            </a:pPr>
            <a:r>
              <a:rPr lang="en-US" sz="1199">
                <a:solidFill>
                  <a:srgbClr val="1F2020"/>
                </a:solidFill>
                <a:latin typeface="Open Sans"/>
                <a:ea typeface="Open Sans"/>
                <a:cs typeface="Open Sans"/>
                <a:sym typeface="Open Sans"/>
              </a:rPr>
              <a:t>+123-456-7890</a:t>
            </a:r>
          </a:p>
        </p:txBody>
      </p:sp>
      <p:sp>
        <p:nvSpPr>
          <p:cNvPr name="Freeform 17" id="17"/>
          <p:cNvSpPr/>
          <p:nvPr/>
        </p:nvSpPr>
        <p:spPr>
          <a:xfrm flipH="false" flipV="false" rot="0">
            <a:off x="11210528" y="5165715"/>
            <a:ext cx="226016" cy="226016"/>
          </a:xfrm>
          <a:custGeom>
            <a:avLst/>
            <a:gdLst/>
            <a:ahLst/>
            <a:cxnLst/>
            <a:rect r="r" b="b" t="t" l="l"/>
            <a:pathLst>
              <a:path h="226016" w="226016">
                <a:moveTo>
                  <a:pt x="0" y="0"/>
                </a:moveTo>
                <a:lnTo>
                  <a:pt x="226016" y="0"/>
                </a:lnTo>
                <a:lnTo>
                  <a:pt x="226016" y="226015"/>
                </a:lnTo>
                <a:lnTo>
                  <a:pt x="0" y="2260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1620398" y="5169239"/>
            <a:ext cx="2247514" cy="199917"/>
          </a:xfrm>
          <a:prstGeom prst="rect">
            <a:avLst/>
          </a:prstGeom>
        </p:spPr>
        <p:txBody>
          <a:bodyPr anchor="t" rtlCol="false" tIns="0" lIns="0" bIns="0" rIns="0">
            <a:spAutoFit/>
          </a:bodyPr>
          <a:lstStyle/>
          <a:p>
            <a:pPr algn="l">
              <a:lnSpc>
                <a:spcPts val="1679"/>
              </a:lnSpc>
              <a:spcBef>
                <a:spcPct val="0"/>
              </a:spcBef>
            </a:pPr>
            <a:r>
              <a:rPr lang="en-US" sz="1199">
                <a:solidFill>
                  <a:srgbClr val="1F2020"/>
                </a:solidFill>
                <a:latin typeface="Open Sans"/>
                <a:ea typeface="Open Sans"/>
                <a:cs typeface="Open Sans"/>
                <a:sym typeface="Open Sans"/>
              </a:rPr>
              <a:t>www.reallygreatsite.com</a:t>
            </a:r>
          </a:p>
        </p:txBody>
      </p:sp>
      <p:sp>
        <p:nvSpPr>
          <p:cNvPr name="Freeform 19" id="19"/>
          <p:cNvSpPr/>
          <p:nvPr/>
        </p:nvSpPr>
        <p:spPr>
          <a:xfrm flipH="false" flipV="false" rot="0">
            <a:off x="11210528" y="5687005"/>
            <a:ext cx="226016" cy="226016"/>
          </a:xfrm>
          <a:custGeom>
            <a:avLst/>
            <a:gdLst/>
            <a:ahLst/>
            <a:cxnLst/>
            <a:rect r="r" b="b" t="t" l="l"/>
            <a:pathLst>
              <a:path h="226016" w="226016">
                <a:moveTo>
                  <a:pt x="0" y="0"/>
                </a:moveTo>
                <a:lnTo>
                  <a:pt x="226016" y="0"/>
                </a:lnTo>
                <a:lnTo>
                  <a:pt x="226016" y="226016"/>
                </a:lnTo>
                <a:lnTo>
                  <a:pt x="0" y="22601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1620398" y="5694843"/>
            <a:ext cx="2247514" cy="199917"/>
          </a:xfrm>
          <a:prstGeom prst="rect">
            <a:avLst/>
          </a:prstGeom>
        </p:spPr>
        <p:txBody>
          <a:bodyPr anchor="t" rtlCol="false" tIns="0" lIns="0" bIns="0" rIns="0">
            <a:spAutoFit/>
          </a:bodyPr>
          <a:lstStyle/>
          <a:p>
            <a:pPr algn="l">
              <a:lnSpc>
                <a:spcPts val="1679"/>
              </a:lnSpc>
              <a:spcBef>
                <a:spcPct val="0"/>
              </a:spcBef>
            </a:pPr>
            <a:r>
              <a:rPr lang="en-US" sz="1199">
                <a:solidFill>
                  <a:srgbClr val="1F2020"/>
                </a:solidFill>
                <a:latin typeface="Open Sans"/>
                <a:ea typeface="Open Sans"/>
                <a:cs typeface="Open Sans"/>
                <a:sym typeface="Open Sans"/>
              </a:rPr>
              <a:t>hello@reallygreatsite.com</a:t>
            </a:r>
          </a:p>
        </p:txBody>
      </p:sp>
      <p:sp>
        <p:nvSpPr>
          <p:cNvPr name="Freeform 21" id="21"/>
          <p:cNvSpPr/>
          <p:nvPr/>
        </p:nvSpPr>
        <p:spPr>
          <a:xfrm flipH="false" flipV="false" rot="0">
            <a:off x="11210528" y="6208296"/>
            <a:ext cx="226016" cy="226016"/>
          </a:xfrm>
          <a:custGeom>
            <a:avLst/>
            <a:gdLst/>
            <a:ahLst/>
            <a:cxnLst/>
            <a:rect r="r" b="b" t="t" l="l"/>
            <a:pathLst>
              <a:path h="226016" w="226016">
                <a:moveTo>
                  <a:pt x="0" y="0"/>
                </a:moveTo>
                <a:lnTo>
                  <a:pt x="226016" y="0"/>
                </a:lnTo>
                <a:lnTo>
                  <a:pt x="226016" y="226015"/>
                </a:lnTo>
                <a:lnTo>
                  <a:pt x="0" y="22601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2" id="22"/>
          <p:cNvSpPr txBox="true"/>
          <p:nvPr/>
        </p:nvSpPr>
        <p:spPr>
          <a:xfrm rot="0">
            <a:off x="11620398" y="6223249"/>
            <a:ext cx="3048314" cy="199917"/>
          </a:xfrm>
          <a:prstGeom prst="rect">
            <a:avLst/>
          </a:prstGeom>
        </p:spPr>
        <p:txBody>
          <a:bodyPr anchor="t" rtlCol="false" tIns="0" lIns="0" bIns="0" rIns="0">
            <a:spAutoFit/>
          </a:bodyPr>
          <a:lstStyle/>
          <a:p>
            <a:pPr algn="l">
              <a:lnSpc>
                <a:spcPts val="1679"/>
              </a:lnSpc>
              <a:spcBef>
                <a:spcPct val="0"/>
              </a:spcBef>
            </a:pPr>
            <a:r>
              <a:rPr lang="en-US" sz="1199">
                <a:solidFill>
                  <a:srgbClr val="1F2020"/>
                </a:solidFill>
                <a:latin typeface="Open Sans"/>
                <a:ea typeface="Open Sans"/>
                <a:cs typeface="Open Sans"/>
                <a:sym typeface="Open Sans"/>
              </a:rPr>
              <a:t>123 Anywhere ST., Any City, ST 12345</a:t>
            </a:r>
          </a:p>
        </p:txBody>
      </p:sp>
      <p:sp>
        <p:nvSpPr>
          <p:cNvPr name="TextBox 23" id="23"/>
          <p:cNvSpPr txBox="true"/>
          <p:nvPr/>
        </p:nvSpPr>
        <p:spPr>
          <a:xfrm rot="0">
            <a:off x="11210528" y="7262986"/>
            <a:ext cx="4837491" cy="1036692"/>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E4DB"/>
        </a:solidFill>
      </p:bgPr>
    </p:bg>
    <p:spTree>
      <p:nvGrpSpPr>
        <p:cNvPr id="1" name=""/>
        <p:cNvGrpSpPr/>
        <p:nvPr/>
      </p:nvGrpSpPr>
      <p:grpSpPr>
        <a:xfrm>
          <a:off x="0" y="0"/>
          <a:ext cx="0" cy="0"/>
          <a:chOff x="0" y="0"/>
          <a:chExt cx="0" cy="0"/>
        </a:xfrm>
      </p:grpSpPr>
      <p:grpSp>
        <p:nvGrpSpPr>
          <p:cNvPr name="Group 2" id="2"/>
          <p:cNvGrpSpPr/>
          <p:nvPr/>
        </p:nvGrpSpPr>
        <p:grpSpPr>
          <a:xfrm rot="0">
            <a:off x="0" y="0"/>
            <a:ext cx="1028700" cy="10287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9D8F78">
                    <a:alpha val="100000"/>
                  </a:srgbClr>
                </a:gs>
                <a:gs pos="100000">
                  <a:srgbClr val="B4A7A0">
                    <a:alpha val="37000"/>
                  </a:srgbClr>
                </a:gs>
              </a:gsLst>
              <a:lin ang="0"/>
            </a:gradFill>
          </p:spPr>
        </p:sp>
        <p:sp>
          <p:nvSpPr>
            <p:cNvPr name="TextBox 4" id="4"/>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68825" y="925830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gradFill rotWithShape="true">
              <a:gsLst>
                <a:gs pos="0">
                  <a:srgbClr val="B4A7A0">
                    <a:alpha val="37000"/>
                  </a:srgbClr>
                </a:gs>
                <a:gs pos="100000">
                  <a:srgbClr val="9D8F78">
                    <a:alpha val="100000"/>
                  </a:srgbClr>
                </a:gs>
              </a:gsLst>
              <a:lin ang="0"/>
            </a:gra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565518" y="9669758"/>
            <a:ext cx="435313" cy="205784"/>
          </a:xfrm>
          <a:custGeom>
            <a:avLst/>
            <a:gdLst/>
            <a:ahLst/>
            <a:cxnLst/>
            <a:rect r="r" b="b" t="t" l="l"/>
            <a:pathLst>
              <a:path h="205784" w="435313">
                <a:moveTo>
                  <a:pt x="0" y="0"/>
                </a:moveTo>
                <a:lnTo>
                  <a:pt x="435314" y="0"/>
                </a:lnTo>
                <a:lnTo>
                  <a:pt x="435314" y="205784"/>
                </a:lnTo>
                <a:lnTo>
                  <a:pt x="0" y="20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353433" y="379767"/>
            <a:ext cx="2820741" cy="240591"/>
          </a:xfrm>
          <a:prstGeom prst="rect">
            <a:avLst/>
          </a:prstGeom>
        </p:spPr>
        <p:txBody>
          <a:bodyPr anchor="t" rtlCol="false" tIns="0" lIns="0" bIns="0" rIns="0">
            <a:spAutoFit/>
          </a:bodyPr>
          <a:lstStyle/>
          <a:p>
            <a:pPr algn="l">
              <a:lnSpc>
                <a:spcPts val="1960"/>
              </a:lnSpc>
              <a:spcBef>
                <a:spcPct val="0"/>
              </a:spcBef>
            </a:pPr>
            <a:r>
              <a:rPr lang="en-US" b="true" sz="1400">
                <a:solidFill>
                  <a:srgbClr val="1F2020"/>
                </a:solidFill>
                <a:latin typeface="Open Sans Bold"/>
                <a:ea typeface="Open Sans Bold"/>
                <a:cs typeface="Open Sans Bold"/>
                <a:sym typeface="Open Sans Bold"/>
              </a:rPr>
              <a:t>Paucek and Lage</a:t>
            </a:r>
          </a:p>
        </p:txBody>
      </p:sp>
      <p:grpSp>
        <p:nvGrpSpPr>
          <p:cNvPr name="Group 10" id="10"/>
          <p:cNvGrpSpPr/>
          <p:nvPr/>
        </p:nvGrpSpPr>
        <p:grpSpPr>
          <a:xfrm rot="0">
            <a:off x="1028700" y="5143500"/>
            <a:ext cx="16230600" cy="5143500"/>
            <a:chOff x="0" y="0"/>
            <a:chExt cx="21640800" cy="6858000"/>
          </a:xfrm>
        </p:grpSpPr>
        <p:pic>
          <p:nvPicPr>
            <p:cNvPr name="Picture 11" id="11"/>
            <p:cNvPicPr>
              <a:picLocks noChangeAspect="true"/>
            </p:cNvPicPr>
            <p:nvPr/>
          </p:nvPicPr>
          <p:blipFill>
            <a:blip r:embed="rId4"/>
            <a:srcRect l="0" t="31541" r="0" b="8382"/>
            <a:stretch>
              <a:fillRect/>
            </a:stretch>
          </p:blipFill>
          <p:spPr>
            <a:xfrm flipH="false" flipV="false">
              <a:off x="0" y="0"/>
              <a:ext cx="21640800" cy="6858000"/>
            </a:xfrm>
            <a:prstGeom prst="rect">
              <a:avLst/>
            </a:prstGeom>
          </p:spPr>
        </p:pic>
      </p:grpSp>
      <p:sp>
        <p:nvSpPr>
          <p:cNvPr name="TextBox 12" id="12"/>
          <p:cNvSpPr txBox="true"/>
          <p:nvPr/>
        </p:nvSpPr>
        <p:spPr>
          <a:xfrm rot="0">
            <a:off x="2445194" y="1915125"/>
            <a:ext cx="13397612" cy="904950"/>
          </a:xfrm>
          <a:prstGeom prst="rect">
            <a:avLst/>
          </a:prstGeom>
        </p:spPr>
        <p:txBody>
          <a:bodyPr anchor="t" rtlCol="false" tIns="0" lIns="0" bIns="0" rIns="0">
            <a:spAutoFit/>
          </a:bodyPr>
          <a:lstStyle/>
          <a:p>
            <a:pPr algn="ctr">
              <a:lnSpc>
                <a:spcPts val="6825"/>
              </a:lnSpc>
            </a:pPr>
            <a:r>
              <a:rPr lang="en-US" b="true" sz="6500">
                <a:solidFill>
                  <a:srgbClr val="756453"/>
                </a:solidFill>
                <a:latin typeface="Inter Bold"/>
                <a:ea typeface="Inter Bold"/>
                <a:cs typeface="Inter Bold"/>
                <a:sym typeface="Inter Bold"/>
              </a:rPr>
              <a:t>Thank You For Watching</a:t>
            </a:r>
          </a:p>
        </p:txBody>
      </p:sp>
      <p:sp>
        <p:nvSpPr>
          <p:cNvPr name="TextBox 13" id="13"/>
          <p:cNvSpPr txBox="true"/>
          <p:nvPr/>
        </p:nvSpPr>
        <p:spPr>
          <a:xfrm rot="0">
            <a:off x="2621345" y="3510703"/>
            <a:ext cx="13045311" cy="617443"/>
          </a:xfrm>
          <a:prstGeom prst="rect">
            <a:avLst/>
          </a:prstGeom>
        </p:spPr>
        <p:txBody>
          <a:bodyPr anchor="t" rtlCol="false" tIns="0" lIns="0" bIns="0" rIns="0">
            <a:spAutoFit/>
          </a:bodyPr>
          <a:lstStyle/>
          <a:p>
            <a:pPr algn="ctr">
              <a:lnSpc>
                <a:spcPts val="1680"/>
              </a:lnSpc>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DAHRWKW34OU</dc:identifier>
  <dcterms:modified xsi:type="dcterms:W3CDTF">2011-08-01T06:04:30Z</dcterms:modified>
  <cp:revision>1</cp:revision>
</cp:coreProperties>
</file>